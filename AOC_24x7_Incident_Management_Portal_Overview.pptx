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the whole application end to end: purpose, architecture, data, workflow, every major feature, and admin/security.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as: one system replacing scattered manual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roles today, each mapped to specific permissions stored in the database — not hardcoded.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Node processes: a thin static/proxy UI server, and the real Express API server.,The UI server has a hard allowlist so the frontend origin can never leak backend source or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lightweight stack — no framework lock-in on the frontend.,AI provider is swappable via config: local Ollama, or hosted Groq/OpenAI.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timestamps are normalized to UTC under the hood so customers in different timezones compare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slide if the audience worries about "did we lose old incident history" during the platform build-out.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adding a new gated feature is additive, not risky — just a new permission row plus a route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Whether an incident is typed in manually or auto-captured from a monitoring alert email, it moves through the same five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daily landing view for most roles.,KPI cards drill down to the exact contributing incident list, not just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day-to-day incident list experience beyond just "create and view".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"how do we discuss an incident without leaving the portal?"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Notifications tie together mentions, mail, and critical incidents into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slide for the engineer audience specifically — shows it is not just a management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Operations Mail feature — the mailbox becomes a shared, categorized, actionable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refinements the team is actively using/building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incident_drafts workflow — the safety net that keeps automation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copilot only reads — it never mutates data. Good talking point for trust/security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always preview before download so nothing incomplete gets distributed.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customer-specific configuration lives: Jira mapping and who gets critical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Administration is itself permission-gated — only Admin (and select roles) can reach these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"what happens when someone leaves the team or forgets their password?"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if leadership/security stakeholders are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outcomes, not features, to close the technical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is actively being worked on right now, to invite feedback on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AOC 24×7  |  INCIDENT MANAGEMENT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961120" y="651052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A"/>
          </a:solidFill>
          <a:ln w="12700">
            <a:solidFill>
              <a:srgbClr val="0D11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1005840"/>
            <a:ext cx="4937760" cy="4937760"/>
          </a:xfrm>
          <a:prstGeom prst="ellipse">
            <a:avLst/>
          </a:prstGeom>
          <a:solidFill>
            <a:srgbClr val="2563EB">
              <a:alpha val="2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1051560"/>
            <a:ext cx="3566160" cy="356616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"/>
            <a:ext cx="246888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232257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6949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AOC 24×7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8046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Management Portal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7863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is, how it is built, and every part of how an incident flows from detection to resolution and reporting.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4224528"/>
            <a:ext cx="4937760" cy="0"/>
          </a:xfrm>
          <a:prstGeom prst="line">
            <a:avLst/>
          </a:prstGeom>
          <a:noFill/>
          <a:ln w="254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434840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system &amp; feature walkthrough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828032"/>
            <a:ext cx="4937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internal team 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5157216"/>
            <a:ext cx="4937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September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PURPOSE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What problem this portal solves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52120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</a:rPr>
              <a:t>Incident/alert data scattered across email and spreadsheets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</a:rPr>
              <a:t>No consistent SLA / MTTR / MTTD tracking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</a:rPr>
              <a:t>Manual, inconsistent reporting to stakeholders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</a:rPr>
              <a:t>No structured way to catch incidents from monitoring alerts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4251960"/>
          </a:xfrm>
          <a:prstGeom prst="roundRect">
            <a:avLst>
              <a:gd name="adj" fmla="val 2581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73352"/>
            <a:ext cx="44805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portal is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148840"/>
            <a:ext cx="47091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operational system used by the AOC 24×7 team to log, work, and report on incidents for customers running Magic's cloud and on-prem products — with SLA visibility, automated alert-to-incident capture, and governed access.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ROLES &amp; AUDIENCE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Who uses the portal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73352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286000"/>
            <a:ext cx="2971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system access, user &amp; role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14173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67335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971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Manages/resolves incidents, generates reports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9016" y="141732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5048" y="1673352"/>
            <a:ext cx="457200" cy="457200"/>
          </a:xfrm>
          <a:prstGeom prst="ellipse">
            <a:avLst/>
          </a:prstGeom>
          <a:solidFill>
            <a:srgbClr val="F7B94F"/>
          </a:solidFill>
          <a:ln w="12700">
            <a:solidFill>
              <a:srgbClr val="F7B9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5128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5048" y="2286000"/>
            <a:ext cx="2971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incidents &amp; reports oversight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56616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3822192"/>
            <a:ext cx="457200" cy="457200"/>
          </a:xfrm>
          <a:prstGeom prst="ellipse">
            <a:avLst/>
          </a:prstGeom>
          <a:solidFill>
            <a:srgbClr val="F75C7C"/>
          </a:solidFill>
          <a:ln w="12700">
            <a:solidFill>
              <a:srgbClr val="F75C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0472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incident handling &amp; reporting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61688" y="356616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822192"/>
            <a:ext cx="457200" cy="45720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&amp; manages assigned incidents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9016" y="3566160"/>
            <a:ext cx="3429000" cy="18745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5048" y="3822192"/>
            <a:ext cx="457200" cy="4572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2512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85048" y="4434840"/>
            <a:ext cx="2971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dashboard &amp; incident viewer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How the system is put together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9692640" cy="960120"/>
          </a:xfrm>
          <a:prstGeom prst="roundRect">
            <a:avLst>
              <a:gd name="adj" fmla="val 1142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00784"/>
            <a:ext cx="45720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19072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1328" y="1499616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1847088"/>
            <a:ext cx="8595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Single-page app: login, dashboard, incidents, mailbox, drafts, reports, Customer 360, admin — plain HTML/CSS/JS, no framework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378440" y="1627632"/>
            <a:ext cx="320040" cy="45720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42032"/>
            <a:ext cx="9692640" cy="960120"/>
          </a:xfrm>
          <a:prstGeom prst="roundRect">
            <a:avLst>
              <a:gd name="adj" fmla="val 1142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71216"/>
            <a:ext cx="457200" cy="292608"/>
          </a:xfrm>
          <a:prstGeom prst="roundRect">
            <a:avLst/>
          </a:prstGeom>
          <a:solidFill>
            <a:srgbClr val="F7B94F">
              <a:alpha val="18000"/>
            </a:srgbClr>
          </a:solidFill>
          <a:ln w="12700">
            <a:solidFill>
              <a:srgbClr val="F7B94F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889504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2670048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Server (port 5500)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3017520"/>
            <a:ext cx="8595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Serves static files only; proxies every /api/* call through to the backend; blocks any request for backend source, .env, or DB files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378440" y="2798064"/>
            <a:ext cx="320040" cy="45720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712464"/>
            <a:ext cx="9692640" cy="960120"/>
          </a:xfrm>
          <a:prstGeom prst="roundRect">
            <a:avLst>
              <a:gd name="adj" fmla="val 1142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041648"/>
            <a:ext cx="457200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059936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Server (port 3000/4000)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1328" y="4187952"/>
            <a:ext cx="8595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Express. Auth, incidents, mailbox, roles, notifications, AI, master data — all behind JWT + role checks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378440" y="3968496"/>
            <a:ext cx="320040" cy="45720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882896"/>
            <a:ext cx="9692640" cy="960120"/>
          </a:xfrm>
          <a:prstGeom prst="roundRect">
            <a:avLst>
              <a:gd name="adj" fmla="val 11429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212080"/>
            <a:ext cx="457200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230368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50109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Database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1328" y="5358384"/>
            <a:ext cx="8595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incident_management_db — incidents, users, roles/permissions, customers, areas, notifications, drafts, activity logs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Technology stack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5256" y="2423160"/>
            <a:ext cx="27889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Vanilla HTML / CSS / JavaScript (no framework, no build step)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Chart.js for dashboard &amp; report charts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Hand-rolled XLSX/PDF report generation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6552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584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7448" y="2423160"/>
            <a:ext cx="27889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Node.js + Express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JWT authentication (jsonwebtoken)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mysql2 connection pool, prepared statements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nodemailer + Microsoft Graph / EWS for mail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38744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Integrations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423160"/>
            <a:ext cx="27889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MySQL 8 (utf8mb4)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Microsoft 365 mailbox (Graph API)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AI provider: OpenAI / Groq / Ollama (pluggable)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DATABASE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Core data model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0607040" cy="749808"/>
          </a:xfrm>
          <a:prstGeom prst="roundRect">
            <a:avLst>
              <a:gd name="adj" fmla="val 1463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292608"/>
          </a:xfrm>
          <a:prstGeom prst="roundRect">
            <a:avLst/>
          </a:prstGeom>
          <a:solidFill>
            <a:srgbClr val="F75C7C">
              <a:alpha val="18000"/>
            </a:srgbClr>
          </a:solidFill>
          <a:ln w="12700">
            <a:solidFill>
              <a:srgbClr val="F75C7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18488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81328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1490472"/>
            <a:ext cx="6537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customer, severity, status, SLA, downtime, MTTR/MTTD, RCA, resolution — the central record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10607040" cy="749808"/>
          </a:xfrm>
          <a:prstGeom prst="roundRect">
            <a:avLst>
              <a:gd name="adj" fmla="val 1463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96312"/>
            <a:ext cx="45720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14600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81328" y="2386584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roles / permissions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386584"/>
            <a:ext cx="6537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DB-driven RBAC: roles → permissions → role_permissions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163824"/>
            <a:ext cx="10607040" cy="749808"/>
          </a:xfrm>
          <a:prstGeom prst="roundRect">
            <a:avLst>
              <a:gd name="adj" fmla="val 1463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392424"/>
            <a:ext cx="457200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410712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3282696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/ area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3282696"/>
            <a:ext cx="6537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data referenced by every incident for reporting &amp; filtering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4059936"/>
            <a:ext cx="10607040" cy="749808"/>
          </a:xfrm>
          <a:prstGeom prst="roundRect">
            <a:avLst>
              <a:gd name="adj" fmla="val 1463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88536"/>
            <a:ext cx="457200" cy="292608"/>
          </a:xfrm>
          <a:prstGeom prst="roundRect">
            <a:avLst/>
          </a:prstGeom>
          <a:solidFill>
            <a:srgbClr val="F7B94F">
              <a:alpha val="18000"/>
            </a:srgbClr>
          </a:solidFill>
          <a:ln w="12700">
            <a:solidFill>
              <a:srgbClr val="F7B94F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306824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81328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incident_drafts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0560" y="4178808"/>
            <a:ext cx="6537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auto-detected from email, held for review before becoming real incidents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956048"/>
            <a:ext cx="10607040" cy="749808"/>
          </a:xfrm>
          <a:prstGeom prst="roundRect">
            <a:avLst>
              <a:gd name="adj" fmla="val 1463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184648"/>
            <a:ext cx="457200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202936"/>
            <a:ext cx="3108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81328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activity_logs / notifications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80560" y="5074920"/>
            <a:ext cx="6537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audit trail of changes + in-app alerts (mentions, mail, critical incidents)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DATA HERITAGE &amp; INTEGRITY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Nothing was lost in the move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data, preserved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212848"/>
            <a:ext cx="457200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Historical Salesforce incident cases imported, not re-typed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Original case numbers kept alongside new portal IDs (sf_case_no)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Legacy metadata (source system, raw record) archived per incident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Every incident timestamp repaired &amp; normalized to canonical UTC</a:t>
            </a:r>
            <a:endParaRPr lang="en-US" sz="1450" dirty="0"/>
          </a:p>
          <a:p>
            <a:pPr marL="184150" indent="-18415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Timezone aliases (IST/EST/PST/ET…) mapped consistently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to the team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49377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30+ schema migrations were applied to get here — and every one was additive (new columns/tables) rather than destructive. Historical incidents, SLA numbers, and downtime figures you already trust remain accurate and comparable to new ones.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ROLES &amp; PERMISSIONS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Access is governed, not assumed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212848"/>
            <a:ext cx="457200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Every permission is a row in the database, not hardcoded in code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A role is simply a set of permission keys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Backend checks the role on every protected request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Frontend mirrors the same check to hide UI a user can't use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Even individual dashboard KPI cards can be permissioned per role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permission keys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30428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view_incidents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052560" y="228600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25712" y="230428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create_incidents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85292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edit_incidents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0" y="283464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285292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close_incidents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40156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delete_incidents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52560" y="338328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340156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view_mailbox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95020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send_mailbox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52560" y="393192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5712" y="395020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delete_drafts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448056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49884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manage_users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52560" y="448056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25712" y="449884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manage_roles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502920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504748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view_dashboard_sla_breach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52560" y="5029200"/>
            <a:ext cx="260604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25712" y="5047488"/>
            <a:ext cx="24597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view_dashboard_resolution_rate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The incident lifecycle in one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148840"/>
            <a:ext cx="621792" cy="621792"/>
          </a:xfrm>
          <a:prstGeom prst="ellipse">
            <a:avLst/>
          </a:prstGeom>
          <a:solidFill>
            <a:srgbClr val="F75C7C">
              <a:alpha val="92000"/>
            </a:srgbClr>
          </a:solidFill>
          <a:ln w="12700">
            <a:solidFill>
              <a:srgbClr val="F75C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&amp; record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6312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2148840"/>
            <a:ext cx="621792" cy="621792"/>
          </a:xfrm>
          <a:prstGeom prst="ellipse">
            <a:avLst/>
          </a:prstGeom>
          <a:solidFill>
            <a:srgbClr val="F7B94F">
              <a:alpha val="92000"/>
            </a:srgbClr>
          </a:solidFill>
          <a:ln w="12700">
            <a:solidFill>
              <a:srgbClr val="F7B9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63240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&amp; triage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64024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9784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2148840"/>
            <a:ext cx="621792" cy="621792"/>
          </a:xfrm>
          <a:prstGeom prst="ellipse">
            <a:avLst/>
          </a:prstGeom>
          <a:solidFill>
            <a:srgbClr val="38BDF8">
              <a:alpha val="9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0952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&amp; collaborate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31736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7496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2148840"/>
            <a:ext cx="621792" cy="621792"/>
          </a:xfrm>
          <a:prstGeom prst="ellipse">
            <a:avLst/>
          </a:prstGeom>
          <a:solidFill>
            <a:srgbClr val="2DD4A0">
              <a:alpha val="92000"/>
            </a:srgbClr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98664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&amp; document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299448" y="269748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65208" y="187452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96144" y="2148840"/>
            <a:ext cx="621792" cy="621792"/>
          </a:xfrm>
          <a:prstGeom prst="ellipse">
            <a:avLst/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96144" y="2148840"/>
            <a:ext cx="6217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866376" y="3063240"/>
            <a:ext cx="14721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&amp; improve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965960" y="4709160"/>
            <a:ext cx="8229600" cy="658368"/>
          </a:xfrm>
          <a:prstGeom prst="roundRect">
            <a:avLst>
              <a:gd name="adj" fmla="val 16667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4855464"/>
            <a:ext cx="7680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 arrive manually or automatically from monitored email — same workflow either way.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DASHBOARD &amp; KPIS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Real-time operational visibility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995160" cy="4526280"/>
          </a:xfrm>
          <a:prstGeom prst="roundRect">
            <a:avLst>
              <a:gd name="adj" fmla="val 242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shows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" y="2304288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/ Open / Resolved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82549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incident counts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0792" y="2304288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33672" y="246888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breach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33672" y="2825496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incidents that missed SLA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365760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MTTR / MTTD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time to resolve / detect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50792" y="365760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Downtime totals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33672" y="4178808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vs. Historian downtime split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" y="5010912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5175504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incidents fully resolved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50792" y="5010912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3672" y="5175504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charts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33672" y="553212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&amp; resolution over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09560" y="1417320"/>
            <a:ext cx="3657600" cy="4526280"/>
          </a:xfrm>
          <a:prstGeom prst="roundRect">
            <a:avLst>
              <a:gd name="adj" fmla="val 3000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0" y="2286000"/>
            <a:ext cx="29718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KPI is clickable — drilling into a metric shows exactly which incidents contribute to it, filtered by the dashboard's current filters.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INCIDENT WORKSPACE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Working incidents day to 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&amp; Kanban views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 between a sortable table and a drag-friendly Kanban board by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048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search (Ctrl+K)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048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palette jumps straight to any incident, page, or action by typing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actions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Multi-select incidents to update status/assignee across several at once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report filters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Frequently used filter combinations saved for one-click reuse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Pagination, sorting, and multi-field filtering (customer, severity, status, area) keep the list usable at scale.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COLLABORATION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Incident detail — context that sticks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incident record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212848"/>
            <a:ext cx="457200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Rich-text description editor with pasted, resized &amp; cropped images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Full activity/audit log — every field change is tracked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RCA and Resolution captured with the same rich-text support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5577840" cy="4434840"/>
          </a:xfrm>
          <a:prstGeom prst="roundRect">
            <a:avLst>
              <a:gd name="adj" fmla="val 247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 &amp; @mentions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2212848"/>
            <a:ext cx="493776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Threaded comments on every incident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Type @ to mention a teammate, with autocomplete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Mentioned users get an in-app notification instantly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</a:rPr>
              <a:t>Keeps discussion attached to the incident, not scattered in chat/email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ALERTS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Notifications — keeping everyone in the loop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07040" cy="1920240"/>
          </a:xfrm>
          <a:prstGeom prst="roundRect">
            <a:avLst>
              <a:gd name="adj" fmla="val 571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in-app notification center (bell icon) surfaces what needs attention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 are generated automatically for: @mentions in comments, new Operations mailbox messages, and critical-incident creation — no manual step required.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read / mark all read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4315968"/>
            <a:ext cx="2788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triage of the notification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polling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62272" y="4315968"/>
            <a:ext cx="2788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notifications appear without a page refresh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24-hour retention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74152" y="4315968"/>
            <a:ext cx="2788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notifications are purged automatically to stay relevant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PERSONAL &amp; SLA 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Built for the people doing the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Incidents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filtered view of exactly what is assigned to the current 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048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countdown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048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countdown timers on open incidents approaching their SLA 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 leaderboard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into workload and resolution activity across the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incident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 repeat issues for the same customer/area so patterns aren't missed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tools turn the portal from a system of record into a daily working tool for engineers, not just a reporting layer for management.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EMAIL INTAKE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Watching the operations mailbox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212848"/>
            <a:ext cx="4937760" cy="3657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Connects to a real mailbox via Microsoft Graph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Classifies incoming mail automatically: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   • Monitoring alerts (Coralogix, Azure)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   • "No Historian read" alerts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   • Customer-raised Jira tickets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Supports reply, send, and attachment download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Background poller raises in-app notifications for new mail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19072"/>
            <a:ext cx="4389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4805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that used to live only in an inbox are now visible to the whole team, categorized, and directly actionable — without anyone needing mailbox access.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OPERATIONS MAIL — DAY TO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Mailbox, in more depth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Per-user signatures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user manages their own reply signature; admins can manage 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048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/ Unread filter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048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Outlook-style filtering: All, Unread, Read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"Incident Sent" filter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Instantly see which emails already resulted in a created incident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Recipient autosuggest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 in To/CC suggests known addresses, with drag-and-drop to add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details are what make the mailbox usable as a shared team tool instead of a single person's inbox.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AUTOMATED CAPTURE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From alert email to tracked incident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arrives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96312" y="251460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62072" y="16916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99232" y="2606040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Auto-classified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64024" y="251460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16916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66944" y="2606040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drafted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31736" y="251460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7496" y="16916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4656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34656" y="2606040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window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99448" y="2514600"/>
            <a:ext cx="347472" cy="640080"/>
          </a:xfrm>
          <a:prstGeom prst="chevron">
            <a:avLst/>
          </a:prstGeom>
          <a:solidFill>
            <a:srgbClr val="283548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5208" y="1691640"/>
            <a:ext cx="1874520" cy="2148840"/>
          </a:xfrm>
          <a:prstGeom prst="roundRect">
            <a:avLst>
              <a:gd name="adj" fmla="val 5854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1874520"/>
            <a:ext cx="1600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02368" y="2606040"/>
            <a:ext cx="16002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as incident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65960" y="411480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4315968"/>
            <a:ext cx="7589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human always confirms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286000" y="4709160"/>
            <a:ext cx="75895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drafted incident sits in the "Draft Review" queue with a review deadline. It is only ever finalized into a real, reportable incident after being reviewed — nothing is auto-created blind.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AI INCIDENT COPILOT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Ask the portal directly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07040" cy="1828800"/>
          </a:xfrm>
          <a:prstGeom prst="roundRect">
            <a:avLst>
              <a:gd name="adj" fmla="val 6000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built-in chat assistant answers operational questions directly from live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194560"/>
            <a:ext cx="100584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e.g. "Show open Critical incidents" · "Summarize recent incidents" · "How many unread Operations emails?"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by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4315968"/>
            <a:ext cx="2788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 incidents &amp; mailbox data; cannot create or change anything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Pluggable provider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2272" y="4315968"/>
            <a:ext cx="2788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with OpenAI, Groq, or a locally hosted Ollama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3794760"/>
            <a:ext cx="2788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74152" y="4315968"/>
            <a:ext cx="27889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compact, real incident context before answering — not free-form guessing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REPORTING 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Turning data into decisions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Reports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5256" y="2423160"/>
            <a:ext cx="27889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Formatted incident summary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Stakeholder-ready output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Preview before download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6552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584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Export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7448" y="2423160"/>
            <a:ext cx="27889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Structured, filterable detail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Hand-built XLSX generation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Bulk / date-range export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38744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filters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423160"/>
            <a:ext cx="278892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Reuse a frequent filter combo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One click to rebuild a report view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Consistent output every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CUSTOMER 360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Customer view &amp; integrations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94760" cy="4480560"/>
          </a:xfrm>
          <a:prstGeom prst="roundRect">
            <a:avLst>
              <a:gd name="adj" fmla="val 2892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292608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Per-customer incident history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SLA &amp; downtime performance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Severity mix and MTTR by customer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Built for service-review conversations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6537960" cy="2148840"/>
          </a:xfrm>
          <a:prstGeom prst="roundRect">
            <a:avLst>
              <a:gd name="adj" fmla="val 51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73352"/>
            <a:ext cx="5852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project code linking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148840"/>
            <a:ext cx="5852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customer can be mapped to a Jira project code, so customer-raised tickets from email are matched and routed correctly.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3703320"/>
            <a:ext cx="6537960" cy="2148840"/>
          </a:xfrm>
          <a:prstGeom prst="roundRect">
            <a:avLst>
              <a:gd name="adj" fmla="val 5106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4005072"/>
            <a:ext cx="5852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Critical-incident email automation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4480560"/>
            <a:ext cx="58521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Critical incident is created, an alert email is sent automatically to that customer's configured recipient list — no manual reminder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ADMINISTRATION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Keeping the system healthy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5256" y="2423160"/>
            <a:ext cx="27889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DB-backed users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Activate / deactivate accounts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Change roles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Protected deletion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Last-active tracking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6552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584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Management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27448" y="2423160"/>
            <a:ext cx="27889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Admin, CSO, PMO, AOC, Engineer, Stakeholder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Per-permission toggles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Per-dashboard-card visibility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Changes apply without a deploy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38744" y="1417320"/>
            <a:ext cx="3456432" cy="4343400"/>
          </a:xfrm>
          <a:prstGeom prst="roundRect">
            <a:avLst>
              <a:gd name="adj" fmla="val 317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737360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49640" y="2423160"/>
            <a:ext cx="278892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Customers &amp; areas master data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Keeps dropdowns consistent</a:t>
            </a:r>
            <a:endParaRPr lang="en-US" sz="1350" dirty="0"/>
          </a:p>
          <a:p>
            <a:pPr marL="171450" indent="-17145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Central place to fix data quality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ACCOUNT &amp; SESSION SAFEGUARDS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Every account is protected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 profile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edit their own name, phone, department, bio, and password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0488" y="1609344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password reset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90488" y="1965960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Admins can reset a user's password without exposing the old 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inactivity timeout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552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Idle sessions are automatically signed 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044952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3191256"/>
            <a:ext cx="48097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5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attempt limiting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90488" y="3547872"/>
            <a:ext cx="4809744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failed logins are throttled to resist brute-force attempts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deactivated account is blocked instantly — every request re-checks the user's status against the database, not just the login token.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PLATFORM SECURITY &amp; RELIABILITY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Built with security in mind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607040" cy="896112"/>
          </a:xfrm>
          <a:prstGeom prst="roundRect">
            <a:avLst>
              <a:gd name="adj" fmla="val 1224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19072"/>
            <a:ext cx="502920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3566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43400" y="1554480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JWT-based, verified against a live DB user lookup on every request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68880"/>
            <a:ext cx="10607040" cy="896112"/>
          </a:xfrm>
          <a:prstGeom prst="roundRect">
            <a:avLst>
              <a:gd name="adj" fmla="val 1224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70632"/>
            <a:ext cx="502920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88920"/>
            <a:ext cx="3566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606040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Role-based, permission checked server-side on every protected route — not just hidden UI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10607040" cy="896112"/>
          </a:xfrm>
          <a:prstGeom prst="roundRect">
            <a:avLst>
              <a:gd name="adj" fmla="val 1224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22192"/>
            <a:ext cx="502920" cy="292608"/>
          </a:xfrm>
          <a:prstGeom prst="roundRect">
            <a:avLst/>
          </a:prstGeom>
          <a:solidFill>
            <a:srgbClr val="F7B94F">
              <a:alpha val="18000"/>
            </a:srgbClr>
          </a:solidFill>
          <a:ln w="12700">
            <a:solidFill>
              <a:srgbClr val="F7B94F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40480"/>
            <a:ext cx="3566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B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hardening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43400" y="3657600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CORS allowlist, security headers, CSP, no backend/source exposure via the UI server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572000"/>
            <a:ext cx="10607040" cy="896112"/>
          </a:xfrm>
          <a:prstGeom prst="roundRect">
            <a:avLst>
              <a:gd name="adj" fmla="val 12245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873752"/>
            <a:ext cx="502920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92040"/>
            <a:ext cx="35661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safety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43400" y="4709160"/>
            <a:ext cx="667512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statements throughout, and additive-only schema migrations — no destructive changes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EXPECTED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What the team gains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00784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66420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276856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live picture of operational health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25696" y="1417320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700784"/>
            <a:ext cx="457200" cy="45720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94376" y="166420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4296" y="2276856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 and auditable activity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3024" y="1417320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1624" y="1700784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61704" y="1664208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21624" y="2276856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Alerts become tracked incidents with a human checkpoint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502152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3785616"/>
            <a:ext cx="457200" cy="457200"/>
          </a:xfrm>
          <a:prstGeom prst="ellipse">
            <a:avLst/>
          </a:prstGeom>
          <a:solidFill>
            <a:srgbClr val="F75C7C"/>
          </a:solidFill>
          <a:ln w="12700">
            <a:solidFill>
              <a:srgbClr val="F75C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focus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4361688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incidents before breach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25696" y="3502152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3785616"/>
            <a:ext cx="457200" cy="457200"/>
          </a:xfrm>
          <a:prstGeom prst="ellipse">
            <a:avLst/>
          </a:prstGeom>
          <a:solidFill>
            <a:srgbClr val="F7B94F"/>
          </a:solidFill>
          <a:ln w="12700">
            <a:solidFill>
              <a:srgbClr val="F7B9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insight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54296" y="4361688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performance by customer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93024" y="3502152"/>
            <a:ext cx="3401568" cy="1664208"/>
          </a:xfrm>
          <a:prstGeom prst="roundRect">
            <a:avLst>
              <a:gd name="adj" fmla="val 6593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21624" y="3785616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61704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421624" y="4361688"/>
            <a:ext cx="28346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 and account governance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</a:rPr>
              <a:t>TEAM FEEDBACK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</a:rPr>
              <a:t>Discussion and next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for the team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6537960" cy="804672"/>
          </a:xfrm>
          <a:prstGeom prst="roundRect">
            <a:avLst>
              <a:gd name="adj" fmla="val 1363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13432"/>
            <a:ext cx="566928" cy="292608"/>
          </a:xfrm>
          <a:prstGeom prst="round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31720"/>
            <a:ext cx="42062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64208" y="2203704"/>
            <a:ext cx="5074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this end-to-end flow match how we operate today?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108960"/>
            <a:ext cx="6537960" cy="804672"/>
          </a:xfrm>
          <a:prstGeom prst="roundRect">
            <a:avLst>
              <a:gd name="adj" fmla="val 1363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364992"/>
            <a:ext cx="566928" cy="292608"/>
          </a:xfrm>
          <a:prstGeom prst="roundRect">
            <a:avLst/>
          </a:prstGeom>
          <a:solidFill>
            <a:srgbClr val="2DD4A0">
              <a:alpha val="18000"/>
            </a:srgbClr>
          </a:solidFill>
          <a:ln w="12700">
            <a:solidFill>
              <a:srgbClr val="2DD4A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383280"/>
            <a:ext cx="42062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64208" y="3255264"/>
            <a:ext cx="5074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reports, alerts, or fields are still missing?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4160520"/>
            <a:ext cx="6537960" cy="804672"/>
          </a:xfrm>
          <a:prstGeom prst="roundRect">
            <a:avLst>
              <a:gd name="adj" fmla="val 13636"/>
            </a:avLst>
          </a:prstGeom>
          <a:solidFill>
            <a:srgbClr val="151B27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416552"/>
            <a:ext cx="566928" cy="292608"/>
          </a:xfrm>
          <a:prstGeom prst="round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434840"/>
            <a:ext cx="42062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64208" y="4306824"/>
            <a:ext cx="50749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each role be allowed to view or change?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35240" y="141732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1B2433"/>
          </a:solidFill>
          <a:ln w="12700">
            <a:solidFill>
              <a:srgbClr val="2835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1755648"/>
            <a:ext cx="32461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D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in progress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936992" y="2331720"/>
            <a:ext cx="3063240" cy="2423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Per-dashboard-card role permissions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User last-active tracking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Operations mail: incident-linked email filter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Recipient directory autosuggest in mail compose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73568" y="4892040"/>
            <a:ext cx="301752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AOC 24×7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AOC 24×7 Incident Management Portal — Overview</dc:title>
  <dc:subject>Incident Management Portal — end-to-end overview</dc:subject>
  <dc:creator>AOC 24×7</dc:creator>
  <cp:lastModifiedBy>AOC 24×7</cp:lastModifiedBy>
  <cp:revision>1</cp:revision>
  <dcterms:created xsi:type="dcterms:W3CDTF">2026-09-15T14:06:10Z</dcterms:created>
  <dcterms:modified xsi:type="dcterms:W3CDTF">2026-09-15T14:06:10Z</dcterms:modified>
</cp:coreProperties>
</file>