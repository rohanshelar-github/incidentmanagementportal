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team.,Position this as an operational workflow demonstration—not only a UI tour.,Target duration: 15–20 minutes plus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operational pain first.,Then explain that the portal connects the complete lifecycle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set up the live story.,The demo incident will move through the same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audience where the demo is going.,Invite questions at the end so the workflow stays coherent.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both terminals before screen sharing.,Keep them minimized but running.,Have one browser tab already authenticated as a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Dashboard.,Explain the four metric areas.,Apply one useful filter only; avoid spending time exploring every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list and Kanban briefly.,Create the prepared demo incident.,Open it, show SLA and activity information, then move it to In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completed incident with full report data.,Show PDF preview, then Excel preview.,Download only one file live; keep samples ready for the other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NGC.,Highlight the relationship between incident performance and customer outcomes.,Position this view for service reviews and stakeholder discussions.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show each administrative area.,Do not deactivate or delete a real account during the presentation.,Emphasize that account state and role changes persist in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outcomes rather than repeating features.,Connect each result to daily operational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questions.,Record workflow gaps, reporting needs and permission decisions.,Close with the proposed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AOC 24×7  |  INCIDENT MANAGEMENT PORTAL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961120" y="651052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team demonstration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A"/>
          </a:solidFill>
          <a:ln w="12700">
            <a:solidFill>
              <a:srgbClr val="0D1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-1005840"/>
            <a:ext cx="4937760" cy="4937760"/>
          </a:xfrm>
          <a:prstGeom prst="ellipse">
            <a:avLst/>
          </a:prstGeom>
          <a:solidFill>
            <a:srgbClr val="2563EB">
              <a:alpha val="2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051560"/>
            <a:ext cx="3566160" cy="356616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"/>
            <a:ext cx="205740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19110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DEMONSTRATION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949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AOC 24×7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8368" y="2121408"/>
            <a:ext cx="8046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Management Portal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6949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operational view for incident ownership, SLA visibility, resolution and reporting.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4224528"/>
            <a:ext cx="4937760" cy="0"/>
          </a:xfrm>
          <a:prstGeom prst="line">
            <a:avLst/>
          </a:prstGeom>
          <a:noFill/>
          <a:ln w="254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434840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walkthrough  •  15–20 minutes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828032"/>
            <a:ext cx="4937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to the operations team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5157216"/>
            <a:ext cx="4937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August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BUSINESS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Why this portal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755648"/>
            <a:ext cx="5212080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Incident information spread across emails and spreadsheets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Unclear ownership and inconsistent status updates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Limited real-time visibility into SLA risk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Manual effort to prepare stakeholder reports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73352"/>
            <a:ext cx="44805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AOC 24×7 response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10528" y="2240280"/>
            <a:ext cx="530352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258568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05472" y="2221992"/>
            <a:ext cx="169164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record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42832" y="2221992"/>
            <a:ext cx="2148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database-backed source of truth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10528" y="2990088"/>
            <a:ext cx="530352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008376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05472" y="2971800"/>
            <a:ext cx="169164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42832" y="2971800"/>
            <a:ext cx="2148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Ownership, status and SLA visibility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0528" y="3739896"/>
            <a:ext cx="530352" cy="292608"/>
          </a:xfrm>
          <a:prstGeom prst="roundRect">
            <a:avLst/>
          </a:prstGeom>
          <a:solidFill>
            <a:srgbClr val="F7B94F">
              <a:alpha val="18000"/>
            </a:srgbClr>
          </a:solidFill>
          <a:ln w="12700">
            <a:solidFill>
              <a:srgbClr val="F7B94F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758184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05472" y="3721608"/>
            <a:ext cx="169164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outputs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42832" y="3721608"/>
            <a:ext cx="2148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Previewed PDF and Excel reports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10528" y="4489704"/>
            <a:ext cx="530352" cy="292608"/>
          </a:xfrm>
          <a:prstGeom prst="round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507992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05472" y="4471416"/>
            <a:ext cx="169164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42832" y="4471416"/>
            <a:ext cx="2148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account controls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The incident lifecycle in one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2148840"/>
            <a:ext cx="621792" cy="621792"/>
          </a:xfrm>
          <a:prstGeom prst="ellipse">
            <a:avLst/>
          </a:prstGeom>
          <a:solidFill>
            <a:srgbClr val="F75C7C">
              <a:alpha val="92000"/>
            </a:srgbClr>
          </a:solidFill>
          <a:ln w="12700">
            <a:solidFill>
              <a:srgbClr val="F75C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&amp; record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96312" y="269748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2148840"/>
            <a:ext cx="621792" cy="621792"/>
          </a:xfrm>
          <a:prstGeom prst="ellipse">
            <a:avLst/>
          </a:prstGeom>
          <a:solidFill>
            <a:srgbClr val="F7B94F">
              <a:alpha val="92000"/>
            </a:srgbClr>
          </a:solidFill>
          <a:ln w="12700">
            <a:solidFill>
              <a:srgbClr val="F7B9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63240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&amp; triage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64024" y="269748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9784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148840"/>
            <a:ext cx="621792" cy="621792"/>
          </a:xfrm>
          <a:prstGeom prst="ellipse">
            <a:avLst/>
          </a:prstGeom>
          <a:solidFill>
            <a:srgbClr val="38BDF8">
              <a:alpha val="9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30952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&amp; collaborate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31736" y="269748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7496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8432" y="2148840"/>
            <a:ext cx="621792" cy="621792"/>
          </a:xfrm>
          <a:prstGeom prst="ellipse">
            <a:avLst/>
          </a:prstGeom>
          <a:solidFill>
            <a:srgbClr val="2DD4A0">
              <a:alpha val="92000"/>
            </a:srgbClr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98664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&amp; document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99448" y="269748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65208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96144" y="2148840"/>
            <a:ext cx="621792" cy="621792"/>
          </a:xfrm>
          <a:prstGeom prst="ellipse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96144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66376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&amp; improve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965960" y="470916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0280" y="4855464"/>
            <a:ext cx="76809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stage preserves context, accountability and an auditable history.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DEMO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Today’s live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12080" cy="1069848"/>
          </a:xfrm>
          <a:prstGeom prst="roundRect">
            <a:avLst>
              <a:gd name="adj" fmla="val 1025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36776"/>
            <a:ext cx="530352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55064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1581912"/>
            <a:ext cx="19659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 &amp; Home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29384"/>
            <a:ext cx="393192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landing experience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212080" cy="1069848"/>
          </a:xfrm>
          <a:prstGeom prst="roundRect">
            <a:avLst>
              <a:gd name="adj" fmla="val 1025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36776"/>
            <a:ext cx="530352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655064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8040" y="1581912"/>
            <a:ext cx="19659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929384"/>
            <a:ext cx="393192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health and SLA exposure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07208"/>
            <a:ext cx="5212080" cy="1069848"/>
          </a:xfrm>
          <a:prstGeom prst="roundRect">
            <a:avLst>
              <a:gd name="adj" fmla="val 1025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026664"/>
            <a:ext cx="530352" cy="292608"/>
          </a:xfrm>
          <a:prstGeom prst="roundRect">
            <a:avLst/>
          </a:prstGeom>
          <a:solidFill>
            <a:srgbClr val="F75C7C">
              <a:alpha val="18000"/>
            </a:srgbClr>
          </a:solidFill>
          <a:ln w="12700">
            <a:solidFill>
              <a:srgbClr val="F75C7C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44952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2971800"/>
            <a:ext cx="19659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319272"/>
            <a:ext cx="393192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Create, find, assign and update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807208"/>
            <a:ext cx="5212080" cy="1069848"/>
          </a:xfrm>
          <a:prstGeom prst="roundRect">
            <a:avLst>
              <a:gd name="adj" fmla="val 1025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026664"/>
            <a:ext cx="530352" cy="292608"/>
          </a:xfrm>
          <a:prstGeom prst="roundRect">
            <a:avLst/>
          </a:prstGeom>
          <a:solidFill>
            <a:srgbClr val="F7B94F">
              <a:alpha val="18000"/>
            </a:srgbClr>
          </a:solidFill>
          <a:ln w="12700">
            <a:solidFill>
              <a:srgbClr val="F7B94F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044952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2971800"/>
            <a:ext cx="19659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319272"/>
            <a:ext cx="393192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PDF and Excel outputs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197096"/>
            <a:ext cx="5212080" cy="1069848"/>
          </a:xfrm>
          <a:prstGeom prst="roundRect">
            <a:avLst>
              <a:gd name="adj" fmla="val 1025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416552"/>
            <a:ext cx="530352" cy="292608"/>
          </a:xfrm>
          <a:prstGeom prst="round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434840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4361688"/>
            <a:ext cx="19659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360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4709160"/>
            <a:ext cx="393192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Customer-specific service view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4197096"/>
            <a:ext cx="5212080" cy="1069848"/>
          </a:xfrm>
          <a:prstGeom prst="roundRect">
            <a:avLst>
              <a:gd name="adj" fmla="val 1025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416552"/>
            <a:ext cx="530352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4434840"/>
            <a:ext cx="3840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78040" y="4361688"/>
            <a:ext cx="19659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4709160"/>
            <a:ext cx="393192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roles and master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BEFORE PRESENTING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Demo environment startup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Start the backend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6112" y="2212848"/>
            <a:ext cx="4800600" cy="932688"/>
          </a:xfrm>
          <a:prstGeom prst="roundRect">
            <a:avLst>
              <a:gd name="adj" fmla="val 11765"/>
            </a:avLst>
          </a:prstGeom>
          <a:solidFill>
            <a:srgbClr val="0A0E16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40864"/>
            <a:ext cx="4389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"C:\Incident Management Portal\backend"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Start the frontend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6112" y="3995928"/>
            <a:ext cx="4800600" cy="932688"/>
          </a:xfrm>
          <a:prstGeom prst="roundRect">
            <a:avLst>
              <a:gd name="adj" fmla="val 11765"/>
            </a:avLst>
          </a:prstGeom>
          <a:solidFill>
            <a:srgbClr val="0A0E16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123944"/>
            <a:ext cx="4389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"C:\Incident Management Portal"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19072"/>
            <a:ext cx="43891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Pre-flight checklist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212848"/>
            <a:ext cx="448056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MySQL service is running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API health: localhost:4000/api/health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Portal: localhost:5500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Login lands on Home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Dashboard and incident data load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PDF and Excel previews open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Browser hard-refreshed with Ctrl+F5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1. Establish the operational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6995160" cy="4526280"/>
          </a:xfrm>
          <a:prstGeom prst="roundRect">
            <a:avLst>
              <a:gd name="adj" fmla="val 242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demonstrate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6112" y="2304288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46888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incidents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82549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workload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50792" y="2304288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246888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breach 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33672" y="282549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" y="365760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 trends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4178808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performance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50792" y="365760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countdown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33672" y="4178808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 priority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9560" y="1417320"/>
            <a:ext cx="3657600" cy="4526280"/>
          </a:xfrm>
          <a:prstGeom prst="roundRect">
            <a:avLst>
              <a:gd name="adj" fmla="val 3000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 this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2286000"/>
            <a:ext cx="29718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dashboard gives operations and management an immediate view of workload, risk, SLA exposure and incident trends.”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0" y="4462272"/>
            <a:ext cx="114300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4480560"/>
            <a:ext cx="9966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82896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one customer or severity filter, then clear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INCIDENT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2. Demonstrate the core incident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53312"/>
            <a:ext cx="5257800" cy="841248"/>
          </a:xfrm>
          <a:prstGeom prst="roundRect">
            <a:avLst>
              <a:gd name="adj" fmla="val 1304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27632"/>
            <a:ext cx="475488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45920"/>
            <a:ext cx="3291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27048" y="1508760"/>
            <a:ext cx="11430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97480" y="1508760"/>
            <a:ext cx="2788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filter and sort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2423160"/>
            <a:ext cx="5257800" cy="841248"/>
          </a:xfrm>
          <a:prstGeom prst="roundRect">
            <a:avLst>
              <a:gd name="adj" fmla="val 1304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697480"/>
            <a:ext cx="475488" cy="292608"/>
          </a:xfrm>
          <a:prstGeom prst="round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15768"/>
            <a:ext cx="3291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27048" y="2578608"/>
            <a:ext cx="11430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2578608"/>
            <a:ext cx="2788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and Kanban views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" y="3493008"/>
            <a:ext cx="5257800" cy="841248"/>
          </a:xfrm>
          <a:prstGeom prst="roundRect">
            <a:avLst>
              <a:gd name="adj" fmla="val 1304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67328"/>
            <a:ext cx="475488" cy="292608"/>
          </a:xfrm>
          <a:prstGeom prst="roundRect">
            <a:avLst/>
          </a:prstGeom>
          <a:solidFill>
            <a:srgbClr val="F75C7C">
              <a:alpha val="18000"/>
            </a:srgbClr>
          </a:solidFill>
          <a:ln w="12700">
            <a:solidFill>
              <a:srgbClr val="F75C7C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785616"/>
            <a:ext cx="3291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27048" y="3648456"/>
            <a:ext cx="11430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3648456"/>
            <a:ext cx="2788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complete incident context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4562856"/>
            <a:ext cx="5257800" cy="841248"/>
          </a:xfrm>
          <a:prstGeom prst="roundRect">
            <a:avLst>
              <a:gd name="adj" fmla="val 1304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837176"/>
            <a:ext cx="475488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855464"/>
            <a:ext cx="3291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27048" y="4718304"/>
            <a:ext cx="11430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97480" y="4718304"/>
            <a:ext cx="2788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Assign, comment and change status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9632" y="1353312"/>
            <a:ext cx="5349240" cy="4050792"/>
          </a:xfrm>
          <a:prstGeom prst="roundRect">
            <a:avLst>
              <a:gd name="adj" fmla="val 270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1645920"/>
            <a:ext cx="4114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demo incident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10528" y="217627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2176272"/>
            <a:ext cx="3456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0528" y="2651760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2651760"/>
            <a:ext cx="3456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– Application unavailable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10528" y="3127248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35240" y="3127248"/>
            <a:ext cx="3456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10528" y="3602736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35240" y="3602736"/>
            <a:ext cx="3456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10528" y="4078224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4078224"/>
            <a:ext cx="3456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10528" y="455371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35240" y="4553712"/>
            <a:ext cx="3456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Demonstration incident created during the AOC 24×7 walkthrough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10528" y="5074920"/>
            <a:ext cx="4297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by changing the status to In Progress.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REPORTING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3. Turn incident data into usable outputs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257800" cy="2880360"/>
          </a:xfrm>
          <a:prstGeom prst="roundRect">
            <a:avLst>
              <a:gd name="adj" fmla="val 3810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755648"/>
            <a:ext cx="960120" cy="292608"/>
          </a:xfrm>
          <a:prstGeom prst="roundRect">
            <a:avLst/>
          </a:prstGeom>
          <a:solidFill>
            <a:srgbClr val="F75C7C">
              <a:alpha val="18000"/>
            </a:srgbClr>
          </a:solidFill>
          <a:ln w="12700">
            <a:solidFill>
              <a:srgbClr val="F75C7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73936"/>
            <a:ext cx="8138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8408" y="2295144"/>
            <a:ext cx="4023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Stakeholder-ready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852928"/>
            <a:ext cx="4297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Formatted incident summary and KPIs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 →  Verify  →  Download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81928" y="1417320"/>
            <a:ext cx="5257800" cy="2880360"/>
          </a:xfrm>
          <a:prstGeom prst="roundRect">
            <a:avLst>
              <a:gd name="adj" fmla="val 3810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1968" y="1755648"/>
            <a:ext cx="960120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73936"/>
            <a:ext cx="8138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01968" y="2295144"/>
            <a:ext cx="4023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Operations-ready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01968" y="2852928"/>
            <a:ext cx="4297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detail for analysis and filtering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968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 →  Verify  →  Download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28800" y="4681728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4873752"/>
            <a:ext cx="7863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Previewing before download reduces incomplete or incorrect reports being distributed.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CUSTOMER 360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4. Review service performance by customer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94760" cy="4480560"/>
          </a:xfrm>
          <a:prstGeom prst="roundRect">
            <a:avLst>
              <a:gd name="adj" fmla="val 2892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customer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267712"/>
            <a:ext cx="2651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NGC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9260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connect operational events to the customer’s service experience.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4892040"/>
            <a:ext cx="1920240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4910328"/>
            <a:ext cx="17739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REVIEW READY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64208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volume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664208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mix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2788920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081528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performance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8160" y="2788920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081528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Downtime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0600" y="4206240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4498848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8160" y="4206240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498848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history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ADMINISTRATION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5. Show governance without slowing the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5256" y="2423160"/>
            <a:ext cx="278892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Database-backed users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Activate / deactivate accounts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Change roles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Protected deletion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6552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2584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Management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27448" y="2423160"/>
            <a:ext cx="278892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Admin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CSO / PMO / AOC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Engineer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Stakeholder / Viewer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38744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4776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2423160"/>
            <a:ext cx="278892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Supporting master data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Consistent dropdown values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Operational data quality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Central maintenance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5998464"/>
            <a:ext cx="7589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safely: explain account controls, but do not modify a real user.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EXPECTED OUTCOMES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What the team gains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0078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7048" y="1664208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276856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live picture of operational health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25696" y="1417320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700784"/>
            <a:ext cx="457200" cy="45720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94376" y="1664208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54296" y="2276856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ownership and auditable activity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417320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21624" y="1700784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704" y="1664208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21624" y="2276856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workflow and report formats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502152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3785616"/>
            <a:ext cx="457200" cy="457200"/>
          </a:xfrm>
          <a:prstGeom prst="ellipse">
            <a:avLst/>
          </a:prstGeom>
          <a:solidFill>
            <a:srgbClr val="F75C7C"/>
          </a:solidFill>
          <a:ln w="12700">
            <a:solidFill>
              <a:srgbClr val="F75C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7048" y="3749040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focus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" y="4361688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incidents before breach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25696" y="3502152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3785616"/>
            <a:ext cx="457200" cy="457200"/>
          </a:xfrm>
          <a:prstGeom prst="ellipse">
            <a:avLst/>
          </a:prstGeom>
          <a:solidFill>
            <a:srgbClr val="F7B94F"/>
          </a:solidFill>
          <a:ln w="12700">
            <a:solidFill>
              <a:srgbClr val="F7B9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4376" y="3749040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insight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54296" y="4361688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performance by customer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93024" y="3502152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21624" y="3785616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1704" y="3749040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21624" y="4361688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and account governance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TEAM FEEDBACK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Discussion and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questions for the team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6537960" cy="804672"/>
          </a:xfrm>
          <a:prstGeom prst="roundRect">
            <a:avLst>
              <a:gd name="adj" fmla="val 1363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13432"/>
            <a:ext cx="566928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31720"/>
            <a:ext cx="42062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64208" y="2203704"/>
            <a:ext cx="5074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this workflow match how we operate today?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3108960"/>
            <a:ext cx="6537960" cy="804672"/>
          </a:xfrm>
          <a:prstGeom prst="roundRect">
            <a:avLst>
              <a:gd name="adj" fmla="val 1363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364992"/>
            <a:ext cx="566928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383280"/>
            <a:ext cx="42062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64208" y="3255264"/>
            <a:ext cx="5074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fields, alerts or reports are still missing?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4160520"/>
            <a:ext cx="6537960" cy="804672"/>
          </a:xfrm>
          <a:prstGeom prst="roundRect">
            <a:avLst>
              <a:gd name="adj" fmla="val 1363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416552"/>
            <a:ext cx="566928" cy="292608"/>
          </a:xfrm>
          <a:prstGeom prst="round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434840"/>
            <a:ext cx="42062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64208" y="4306824"/>
            <a:ext cx="5074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each role be allowed to view or change?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35240" y="1417320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3568" y="1755648"/>
            <a:ext cx="32461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next steps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936992" y="2331720"/>
            <a:ext cx="306324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Capture team feedback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Confirm role permissions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Validate required reports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Agree rollout and support model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Plan user acceptance testing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73568" y="4892040"/>
            <a:ext cx="3017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AOC 24×7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AOC 24×7 Incident Management Portal</dc:title>
  <dc:subject>Incident Management Portal team demonstration</dc:subject>
  <dc:creator>AOC 24×7</dc:creator>
  <cp:lastModifiedBy>AOC 24×7</cp:lastModifiedBy>
  <cp:revision>1</cp:revision>
  <dcterms:created xsi:type="dcterms:W3CDTF">2026-08-03T13:33:08Z</dcterms:created>
  <dcterms:modified xsi:type="dcterms:W3CDTF">2026-08-03T13:33:08Z</dcterms:modified>
</cp:coreProperties>
</file>